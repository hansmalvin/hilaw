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463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 revisi dari canvas awal. Perubahan utama: klaim 'pioneer' &amp; 'paten' diganti unfair advantage yang realistis, satuan metrik diperbaiki, revenue diberi harga, dan ditambah existing alternatives + early adopters.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5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LEAN CANVAS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126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HiLaw</a:t>
            </a:r>
            <a:r>
              <a:rPr lang="en-US" sz="320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Lean Canvas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164019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 txBox="1"/>
          <p:nvPr/>
        </p:nvSpPr>
        <p:spPr>
          <a:xfrm>
            <a:off x="658368" y="1536192"/>
            <a:ext cx="1944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5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10512"/>
            <a:ext cx="1944563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pengacara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</a:t>
            </a:r>
            <a:endParaRPr lang="en-US" sz="1050" dirty="0">
              <a:solidFill>
                <a:srgbClr val="0A0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konsultasi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terlalu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mahal</a:t>
            </a: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Konsultasi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memerlukan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tenaga</a:t>
            </a:r>
            <a:endParaRPr lang="en-US" sz="1050" dirty="0">
              <a:solidFill>
                <a:srgbClr val="0A0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300"/>
              </a:spcAft>
              <a:buSzPct val="100000"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67523" y="1463040"/>
            <a:ext cx="2164019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 txBox="1"/>
          <p:nvPr/>
        </p:nvSpPr>
        <p:spPr>
          <a:xfrm>
            <a:off x="2877251" y="1536192"/>
            <a:ext cx="1944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5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877251" y="1781048"/>
            <a:ext cx="1944563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 err="1"/>
              <a:t>Menyediakan</a:t>
            </a:r>
            <a:r>
              <a:rPr lang="en-US" sz="1050" dirty="0"/>
              <a:t> </a:t>
            </a:r>
            <a:r>
              <a:rPr lang="en-US" sz="1050" dirty="0" err="1"/>
              <a:t>konsultasi</a:t>
            </a:r>
            <a:r>
              <a:rPr lang="en-US" sz="1050" dirty="0"/>
              <a:t> </a:t>
            </a:r>
            <a:r>
              <a:rPr lang="en-US" sz="1050" dirty="0" err="1"/>
              <a:t>hukum</a:t>
            </a:r>
            <a:r>
              <a:rPr lang="en-US" sz="1050" dirty="0"/>
              <a:t> online </a:t>
            </a:r>
            <a:r>
              <a:rPr lang="en-US" sz="1050" dirty="0" err="1"/>
              <a:t>melalui</a:t>
            </a:r>
            <a:r>
              <a:rPr lang="en-US" sz="1050" dirty="0"/>
              <a:t> chat, </a:t>
            </a:r>
            <a:r>
              <a:rPr lang="en-US" sz="1050" dirty="0" err="1"/>
              <a:t>telepon</a:t>
            </a:r>
            <a:r>
              <a:rPr lang="en-US" sz="1050" dirty="0"/>
              <a:t>, </a:t>
            </a:r>
            <a:r>
              <a:rPr lang="en-US" sz="1050" dirty="0" err="1"/>
              <a:t>serta</a:t>
            </a:r>
            <a:r>
              <a:rPr lang="en-US" sz="1050" dirty="0"/>
              <a:t> video call</a:t>
            </a: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 err="1"/>
              <a:t>Menghubungkan</a:t>
            </a:r>
            <a:r>
              <a:rPr lang="en-US" sz="1050" dirty="0"/>
              <a:t> </a:t>
            </a:r>
            <a:r>
              <a:rPr lang="en-US" sz="1050" dirty="0" err="1"/>
              <a:t>dengan</a:t>
            </a:r>
            <a:r>
              <a:rPr lang="en-US" sz="1050" dirty="0"/>
              <a:t> </a:t>
            </a:r>
            <a:r>
              <a:rPr lang="en-US" sz="1050" dirty="0" err="1"/>
              <a:t>pengacara</a:t>
            </a:r>
            <a:r>
              <a:rPr lang="en-US" sz="1050" dirty="0"/>
              <a:t> yang </a:t>
            </a:r>
            <a:r>
              <a:rPr lang="en-US" sz="1050" dirty="0" err="1"/>
              <a:t>sesuai</a:t>
            </a:r>
            <a:r>
              <a:rPr lang="en-US" sz="1050" dirty="0"/>
              <a:t> </a:t>
            </a:r>
            <a:r>
              <a:rPr lang="en-US" sz="1050" dirty="0" err="1"/>
              <a:t>dengan</a:t>
            </a:r>
            <a:r>
              <a:rPr lang="en-US" sz="1050" dirty="0"/>
              <a:t> </a:t>
            </a:r>
            <a:r>
              <a:rPr lang="en-US" sz="1050" dirty="0" err="1"/>
              <a:t>bidang</a:t>
            </a:r>
            <a:r>
              <a:rPr lang="en-US" sz="1050" dirty="0"/>
              <a:t> </a:t>
            </a:r>
            <a:r>
              <a:rPr lang="en-US" sz="1050" dirty="0" err="1"/>
              <a:t>keahlian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 err="1"/>
              <a:t>Menyediakan</a:t>
            </a:r>
            <a:r>
              <a:rPr lang="en-US" sz="1050" dirty="0"/>
              <a:t> </a:t>
            </a:r>
            <a:r>
              <a:rPr lang="en-US" sz="1050" dirty="0" err="1"/>
              <a:t>konsultasi</a:t>
            </a:r>
            <a:r>
              <a:rPr lang="en-US" sz="1050" dirty="0"/>
              <a:t> </a:t>
            </a:r>
            <a:r>
              <a:rPr lang="en-US" sz="1050" dirty="0" err="1"/>
              <a:t>dengan</a:t>
            </a:r>
            <a:r>
              <a:rPr lang="en-US" sz="1050" dirty="0"/>
              <a:t> </a:t>
            </a:r>
            <a:r>
              <a:rPr lang="en-US" sz="1050" dirty="0" err="1"/>
              <a:t>harga</a:t>
            </a:r>
            <a:r>
              <a:rPr lang="en-US" sz="1050" dirty="0"/>
              <a:t> yang </a:t>
            </a:r>
            <a:r>
              <a:rPr lang="en-US" sz="1050" dirty="0" err="1"/>
              <a:t>transparan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67523" y="3273552"/>
            <a:ext cx="2164019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 txBox="1"/>
          <p:nvPr/>
        </p:nvSpPr>
        <p:spPr>
          <a:xfrm>
            <a:off x="2877251" y="3346704"/>
            <a:ext cx="1944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5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877251" y="3621024"/>
            <a:ext cx="1944563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terdaftar</a:t>
            </a:r>
            <a:endParaRPr lang="en-US" sz="1050" dirty="0">
              <a:solidFill>
                <a:srgbClr val="0A0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kepuasan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Pendapatan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</a:t>
            </a:r>
            <a:endParaRPr lang="en-US" sz="1050" dirty="0">
              <a:solidFill>
                <a:srgbClr val="0A0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6406" y="1463040"/>
            <a:ext cx="2164019" cy="356616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096134" y="1536192"/>
            <a:ext cx="1944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1050" dirty="0">
              <a:solidFill>
                <a:srgbClr val="00B0F0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096134" y="1810512"/>
            <a:ext cx="1944563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Konsultasi</a:t>
            </a:r>
            <a:r>
              <a:rPr lang="en-US" sz="1050" dirty="0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hukum</a:t>
            </a:r>
            <a:r>
              <a:rPr lang="en-US" sz="1050" dirty="0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</a:t>
            </a:r>
            <a:r>
              <a:rPr lang="en-US" sz="1050" dirty="0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harus</a:t>
            </a:r>
            <a:r>
              <a:rPr lang="en-US" sz="1050" dirty="0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datang</a:t>
            </a:r>
            <a:r>
              <a:rPr lang="en-US" sz="1050" dirty="0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</a:t>
            </a:r>
            <a:r>
              <a:rPr lang="en-US" sz="1050" dirty="0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</a:t>
            </a:r>
            <a:endParaRPr lang="en-US" sz="1050" dirty="0">
              <a:solidFill>
                <a:srgbClr val="E3E8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</a:t>
            </a:r>
            <a:r>
              <a:rPr lang="en-US" sz="1050" dirty="0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</a:t>
            </a:r>
            <a:r>
              <a:rPr lang="en-US" sz="1050" dirty="0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</a:t>
            </a:r>
            <a:r>
              <a:rPr lang="en-US" sz="1050" dirty="0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pengacara</a:t>
            </a:r>
            <a:r>
              <a:rPr lang="en-US" sz="1050" dirty="0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</a:t>
            </a:r>
            <a:r>
              <a:rPr lang="en-US" sz="1050" dirty="0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</a:t>
            </a:r>
            <a:r>
              <a:rPr lang="en-US" sz="1050" dirty="0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050" dirty="0" err="1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05289" y="1440180"/>
            <a:ext cx="2164019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 txBox="1"/>
          <p:nvPr/>
        </p:nvSpPr>
        <p:spPr>
          <a:xfrm>
            <a:off x="7315017" y="1536192"/>
            <a:ext cx="1944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5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UNFAIR ADVANTAGE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15017" y="1810512"/>
            <a:ext cx="1944563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antara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pengacara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terkenal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terpercaya</a:t>
            </a:r>
            <a:endParaRPr lang="en-US" sz="1050" dirty="0">
              <a:solidFill>
                <a:srgbClr val="0A0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Pengacara yang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dimasukkan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tervalidasi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baik</a:t>
            </a:r>
            <a:endParaRPr lang="en-US" sz="1050" dirty="0">
              <a:solidFill>
                <a:srgbClr val="0A0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05289" y="3273552"/>
            <a:ext cx="2164019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 txBox="1"/>
          <p:nvPr/>
        </p:nvSpPr>
        <p:spPr>
          <a:xfrm>
            <a:off x="7315017" y="3346704"/>
            <a:ext cx="1944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5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315017" y="3621024"/>
            <a:ext cx="1944563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Sosial</a:t>
            </a:r>
            <a:endParaRPr lang="en-US" sz="1050" dirty="0">
              <a:solidFill>
                <a:srgbClr val="0A0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300"/>
              </a:spcAft>
              <a:buSzPct val="100000"/>
            </a:pPr>
            <a:endParaRPr lang="en-US" sz="1050" dirty="0">
              <a:solidFill>
                <a:srgbClr val="0A0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424172" y="1463040"/>
            <a:ext cx="2218883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 txBox="1"/>
          <p:nvPr/>
        </p:nvSpPr>
        <p:spPr>
          <a:xfrm>
            <a:off x="9533900" y="1536192"/>
            <a:ext cx="19994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5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533900" y="1810512"/>
            <a:ext cx="1999427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Masyarakat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membutuhkan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konsultasi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hukum</a:t>
            </a:r>
            <a:endParaRPr lang="en-US" sz="1050" dirty="0">
              <a:solidFill>
                <a:srgbClr val="0A0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300"/>
              </a:spcAft>
              <a:buSzPct val="100000"/>
            </a:pPr>
            <a:endParaRPr lang="en-US" sz="1050" dirty="0">
              <a:solidFill>
                <a:srgbClr val="0A0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084064"/>
            <a:ext cx="5492344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 txBox="1"/>
          <p:nvPr/>
        </p:nvSpPr>
        <p:spPr>
          <a:xfrm>
            <a:off x="658368" y="5157216"/>
            <a:ext cx="527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5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5431536"/>
            <a:ext cx="527288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Gaji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</a:t>
            </a:r>
            <a:endParaRPr lang="en-US" sz="1050" dirty="0">
              <a:solidFill>
                <a:srgbClr val="0A0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Pemasaran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promosi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digital</a:t>
            </a: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Pemeliharaan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website</a:t>
            </a: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server,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data, dan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</a:t>
            </a:r>
            <a:endParaRPr lang="en-US" sz="1050" dirty="0">
              <a:solidFill>
                <a:srgbClr val="0A0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95848" y="5084064"/>
            <a:ext cx="5547208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 txBox="1"/>
          <p:nvPr/>
        </p:nvSpPr>
        <p:spPr>
          <a:xfrm>
            <a:off x="6205576" y="5157216"/>
            <a:ext cx="532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5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205576" y="5431536"/>
            <a:ext cx="532775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konsultasi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antara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pengacara</a:t>
            </a:r>
            <a:r>
              <a:rPr lang="en-US" sz="1050" dirty="0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050" dirty="0" err="1">
                <a:solidFill>
                  <a:srgbClr val="0A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</a:t>
            </a:r>
            <a:endParaRPr lang="en-US" sz="1050" dirty="0">
              <a:solidFill>
                <a:srgbClr val="0A0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174</Words>
  <Application>Microsoft Office PowerPoint</Application>
  <PresentationFormat>Widescreen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[NAME] - Business Lean Canvas</dc:title>
  <dc:subject>PptxGenJS Presentation</dc:subject>
  <dc:creator>PptxGenJS</dc:creator>
  <cp:lastModifiedBy>HENGKY WISIANTO</cp:lastModifiedBy>
  <cp:revision>11</cp:revision>
  <dcterms:created xsi:type="dcterms:W3CDTF">2026-09-29T08:26:56Z</dcterms:created>
  <dcterms:modified xsi:type="dcterms:W3CDTF">2026-10-17T12:09:26Z</dcterms:modified>
</cp:coreProperties>
</file>